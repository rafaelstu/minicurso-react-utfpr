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rápida: me apresento, conto o que vamos cobrir e deixo claro que a ideia é mostrar como o React é usado de verdade nas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mundo começa no tutorial, e tudo bem. Só que o código que passa em um code review é de outro tipo. É essa distância que a gente vai encurtar.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fase nasceu de uma dor da anterior. O mercado não trocou de ferramenta por moda, trocou porque o legado machucava.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minha vivência, a maior diferença entre quem está começando e quem está pronto pro mercado é a intenção do código. Quem começa escreve pra máquina rodar, quem tem experiência escreve pra próxima pessoa da equipe conseguir manter. Um PR com Axios, regra de negócio, formulário e CSS inline em 400 linhas vai ser devolvido.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mapa. Vamos da camada visual até a organização de várias equipes no mesmo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styled-components foi o padrão por muito tempo, mas a cada render a lib processava CSS por JavaScript. Muita gente olha o Tailwind e pensa que voltou o estilo inline. Não voltou: ele é o Design System dentro do código. Se o designer definiu 16px, você usa p-4 e acabou. Ninguém mais inventa margin-top: 17px no olho.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shadcn não é uma lib que você instala, é uma CLI que coloca o código-fonte do componente no seu projeto. Se o PM pedir um comportamento diferente no botão, você abre o button.tsx e muda. O controle volta pra empresa, e é por isso que tanto projeto novo adota essa abordagem.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aqui falei de shadcn, que é ótimo pra uma aplicação. Mas com 10 times copiando e alterando do próprio jeito, em três meses cada tela tem um azul diferente e o produto vira colcha de retalhos. Aí a empresa cria a própria lib. E o segredo é que ela não parte de div crua: ninguém quer reescrever o teclado de um Dropdown ou o foco de um Dialog. Por isso vêm os primitivos headless.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modal bonito em CSS leva 15 minutos. Agora faça ele fechar ao clicar fora e no ESC, prender o TAB lá dentro sem o leitor de tela ler o fundo, e devolver o foco ao botão de origem. Na mão leva dias e quase sempre sai com bug. O Radix e o Base UI já entregam isso testado. A gente usa Radix por baixo e Tailwind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Ícone é extensão do Design System. Um SVG solto com traço de 3px num design de 1.5px estraga o acabamento na hora. O dica que eu dou: pergunte ao designer qual lib ele usa no plugin do Figma. Se for Phosphor no Figma e Phosphor no código, vocês falam o mesmo nome de ícone e o atrito some. Sobre tree-shaking: é quando o build joga fora o código que você não usa. Se você importa só Home e Search, só esses dois ícones entram no bundle. Com import errado de pacote antigo, a biblioteca inteira vai junto e o site fica pesado sem ninguém notar.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tela corporativa com 40 campos, o teclado lento é o sintoma clássico de formulário controlado demais. O React Hook Form resolve trocando estado por ref.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 gente acha que o TypeScript garante os dados do formulário. Só que ele é apagado quando o código roda. Se o usuário digitar texto onde você esperava número, ele não faz nada. O Zod valida em runtime, e com o z.infer o schema vira o próprio tipo. Menos código duplicado e menos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anos a primeira pergunta de entrevista de React era sobre Redux. Hoje a maioria dos projetos novos fugiu dele. Com o Zustand você cria uma store em 10 linhas e assina só o dado que importa. O cuidado é não guardar dado vindo do backend ali: isso a gente resolve com React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for trabalhar em produto B2B, fintech ou sistema de gestão vai construir muita tabela. O usuário quer ordenar por data, filtrar por status, selecionar 10 linhas e paginar sem recarregar. O TanStack calcula tudo isso e entrega mastigado pra você desenhar do jeito do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uma discussão clássica em entrevista pra vaga plena ou sênior. Dashboard de faturas ou lista de usuários: TanStack com shadcn. Analista de risco com 50 mil linhas, edição como planilha e agrupamento dinâmico: construir isso em cima do TanStack leva meses, e as empresas pagam o AG Grid. Design e consistência de um lado, poder bruto do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mito é que o fetch nativo resolve tudo. Resolve, mas toda empresa acaba montando em volta dele o que o Axios já traz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detalhe que o usuário nunca vê e que faz diferença no produto: o token expira e ninguém percebe.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 de chave é entender que o dado do backend não pertence ao React. Ele é uma cópia que pode ficar velha, e o TanStack Query foi feito pra cuidar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sincronizar estado na mão: você avisa que a chave ficou velha e a lista se refaz. A atualização otimista é o nível seguinte, e aí o cuidado com o rollback é o que separa o resultado bom do ruim.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PM e todo cliente pede animação suave, filtro por período e tooltip cheio de detalhe. Com 50 pontos qualquer lib serve. Com telemetria ou histórico de 5 anos em SVG, são 10 mil nós no DOM e o navegador cai pra 10 FPS. Essa escolha define se o dashboard voa ou trava na máquina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 equipe precisa entregar rápido um dashboard com cara de produto moderno, o Apex é a escolha. Em 80% dos casos o backend já manda o dado resumido, e o Apex entrega um visual bom sem horas de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ECharts é mantido pela Apache Foundation. Enquanto muita lib engasga com 5 mil registros, ele segura centenas de milhares porque desenha no Canvas. A configuração é chata, mas o ganho em estabilidade e recursos de zoom 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 a decisão. E conectando com o nosso stack: o TanStack Query busca os dados, uma função formata as séries e o resultado vai pro 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projeto sem liderança técnica, quase todo componente vira um Componente Deus: 15 hooks no topo, cálculo de imposto no meio e um mar de Tailwind no fim. Aí o designer pede pra trocar o grid por flex e você corre o risco de quebrar o cálculo. Muitas empresas resolvem isso com MVVM.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MVVM não é uma lib, é uma forma de organizar o código. E o React já deu a ferramenta certa pra ViewModel: o custom hook. A tela não precisa saber como o dado é buscado, validado ou filtrado. Ela chama o hook e renderiza.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alguém abre a View, vê um JSX limpo em que cada botão só chama uma função do hook. Se entrar um estagiário e o time pedir pra repaginar o dashboard, ele troca todas as classes e cards de lugar sem medo, porque a lógica está protegida no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 empresa cresce, o desafio deixa de ser "como programar em React" e vira "como 50 pessoas trabalham sem se atropelar". A lib fica num pacote compartilhado, testada no Storybook, e todas as equipes do monorepo recebem a mudança sem publicação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 renomear isOpen para open sem critério e subir, pode travar o deploy de 4 times que dependem do seu pacote. Por isso o versionamento semântico é levado a sério.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 um ponto em que um único deploy vira gargalo. Se a equipe de Configurações quebra a pipeline, a de Pagamentos não consegue subir uma correção urgente. Com Module Federation o shell abre um espaço na tela e baixa o bundle de cada equipe. Cada time passa a ser dono do próprio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fechar: senioridade também é saber quando não usar a tecnologia da vez. Numa startup com 5 pessoas, propor Module Federation é criar complexidade à toa, vai sobrar tempo de configurar Webpack e Docker e faltar entrega. Saber pesar prós e contras, do shadcn ao Module Federation, é o que marca quem está pronto pro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React do tutorial ao mercado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Minicurso de React para o mercado de trabalho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Tutorial e produção são mundos diferentes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React de tutorial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O foco é fazer funcionar, custe o que custar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useState e useEffect para tudo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Componentes de 600 linhas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Estilo solto, sem padrão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React de mercado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O foco é manter e prever o que o código faz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Responsabilidades separadas: UI, estado e cache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Acessibilidade, tolerância a falhas e performance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Ecossistema modular e padronizado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Como o ecossistema amadureceu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Fase 1: o velho oeste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CSS global, Bootstrap, jQuery misturado e Redux com dezenas de arquivos por tela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1836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1836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Fase 2: CSS-in-JS e pacotes gigantes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11836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Styled-components, MUI, abstração demais e dependência cega de pacotes enormes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09372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9372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Fase 3: o padrão atual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09372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Headless, código dentro do projeto, design tokens e estado do cliente separado do estado do servidor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O mercado aprendeu com a dor dos legados.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 que quem revisa seu PR enxerga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Previsibilidade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TypeScript estrito e Zod, sem any e sem surpresa em runtime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1836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1836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Desacoplamento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11836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Componente visual não conhece regra de banco, regra de negócio não conhece tag HTML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09372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9372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Facilidade de manutenção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09372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Outra pessoa assume sua tarefa sem precisar refatorar tudo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Código sênior é aquele que um júnior consegue ler e manter.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 que vamos ver hoje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UI e primitivos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Tailwind, shadcn/ui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Radix UI, Base UI, Lucide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61360" y="114300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Formulários e estado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44240" y="169164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React Hook Form, Zod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Zustand, TanStack Table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65520" y="114300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Dados do servidor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48400" y="169164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Axios com interceptors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TanStack Query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9260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Gráficos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38328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ECharts vs. ApexCharts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61360" y="283464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44240" y="29260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Arquitetura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444240" y="338328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MVVM aplicado ao React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65520" y="283464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48400" y="29260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Escala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48400" y="3383280"/>
            <a:ext cx="225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Design System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Module Federation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Estilização: como era e como é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Como era (styled-components)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Custo em runtime: o CSS é gerado via JavaScript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Sem suporte a React Server Components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Nomes inventados (ContainerWrapper, SubBoxText) cansam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CSS vazando e classes duplicadas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Como é (Tailwind CSS)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Zero runtime: tudo resolvido no build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Tokens fixos de margem, cor e fonte vindos do Design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Autocomplete na IDE acelera a entrega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Bibliotecas de UI: a virada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Modelo monolítico (MUI, Ant, Mantine)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Componente fechado dentro do node_modules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Customizar vira briga com classe interna e !important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 major update pode quebrar metade do sistema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Modelo shadcn/ui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O código é copiado para src/components/ui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Controle total, com Tailwind e TypeScript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Sem pacote único gigante, sem medo de breaking change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Quando são 10 sistemas: Design System e UI Library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Design System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 conceito amplo: tokens no Figma, regras de acessibilidade, tom da marca e documentação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1836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1836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UI Library interna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11836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 implementação em código: um pacote privado (@empresa/ui) usado por todas as equipes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09372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9372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Por que investir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09372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Consistência de marca entre produtos e menos retrabalho: componente bom construído por uma equipe serve para todas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Como construir essa lib sem reinventar a roda? Primitivos.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Primitivos headless: a engenharia invisível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O que é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Traz lógica, comportamento e acessibilidade (WAI-ARIA)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Não traz nenhum estilo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6136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Radix UI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4424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Base do shadcn, bem maduro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Focus trap, portais e navegação por teclado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6552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Base UI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4840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Resposta do time do MUI para o mundo headless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Acessibilidade não é opcional: exigência legal, processo e leitor de tela.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Ícones: consistência e paridade com o Figma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Lucide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Padrão do ecossistema shadcn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Leve, traço unificado, ótimo para dashboards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6136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Phosphor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4424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6 pesos por ícone (thin a duotone)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Ideal para estado ativo: weight="fill"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65520" y="1143000"/>
            <a:ext cx="2621280" cy="29260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Hugeicons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48400" y="1691640"/>
            <a:ext cx="225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4.000+ ícones, stroke, twotone e solid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Em alta em SaaS e fintechs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Tree-shaking: o bundler leva só os ícones que você importa, não a biblioteca inteira. Estilo via Tailwind: size-5, stroke-[1.5].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Formulários em produção: React Hook Form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Como era (componentes controlados)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 useState por input ou um objeto central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Cada letra digitada re-renderiza o formulário inteiro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Telas com 30 ou 40 campos travavam em máquina modesta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Como é (React Hook Form)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Inputs não controlados, lê o DOM só quando precisa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Re-render cirúrgico: só o campo digitado reage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Integra com shadcn via Form, FormField e FormControl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Zod: validação em runtime e tipagem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O problema do TypeScript sozinho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Só existe em desenvolvimento, some no navegador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Uma interface User não impede dado inválido no formulário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Antes: ifs e regex soltos, duplicados com os tipos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Zod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 schema declarativo com todas as regras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z.infer extrai o tipo TypeScript do schema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Fonte única da verdade: sem tipo manual separado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Zustand: estado global sem exagero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O que vinha antes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Redux clássico: actions, reducers e sagas para mudar um isSidebarOpen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Context API abusada: qualquer mudança re-renderiza tudo embaixo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Por que o Zustand pegou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Menos de 2KB, sem Provider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Seletores granulares: useStore(s =&gt; s.user)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Regra de ouro: só estado de UI (modal, tema, sidebar). Cache de API não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Tabelas: TanStack Table + shadcn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Como era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Libs que amarravam lógica e CSS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 botão customizado dentro da célula exigia gambiarra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Montar na mão com &lt;table&gt; vira caos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TanStack Table (headless)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Cuida de ordenação, paginação, seleção, filtros e colunas fixas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Zero CSS: o visual vem do Table do shadcn com Tailwind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Em B2B e SaaS, tabela é boa parte do trabalho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TanStack Table ou AG Grid?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TanStack Table + shadcn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Headless, com liberdade visual total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Ótimo para dashboards, portais e SaaS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Bundle pequeno, gratuito e open-source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AG Grid ("Excel do navegador")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Feito para alta densidade: 100 mil+ linhas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Virtualização, pinning, pivot e edição inline prontos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Community grátis, Enterprise com licença paga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Axios: ainda faz sentido?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Instância central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api.ts com baseURL, timeout e headers padrão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8882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8882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Erros padronizados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98882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Rejeita a Promise em 4xx e 5xx; o fetch trata 500 como sucesso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8346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Cancelamento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83464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AbortController simples, sem chamadas fantasmas ao trocar de aba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68046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6804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JSON automático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68046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Sem chamar .json() em cada requisição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Interceptors: segurança invisível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Request interceptor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Anexa Authorization: Bearer &lt;token&gt; sem ninguém lembrar em cada tela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27076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7076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Response interceptor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27076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Ao receber 401, pausa a fila, chama /refresh-token, atualiza o storage e repete as requisições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39852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39852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Impacto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39852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 usuário não é deslogado no meio de uma tarefa importante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TanStack Query: chega de useEffect para API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O hábito antigo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Três useState (data, loading, error) e um useEffect gigante por tela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Race condition, fetch duplicado e nenhum cache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Dado do banco tratado como se fosse do React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Server state com useQuery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O dado do servidor é um espelho temporário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Cache: voltou para a tela, já aparece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Stale-while-revalidate: mostra o cache e atualiza em segundo plano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Refetch ao focar a janela ou reconectar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Mutações e atualização otimista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useMutation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Para POST, PUT e DELETE, com isPending, isSuccess e isError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27076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7076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Invalidação declarativa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27076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Cadastrou um usuário? invalidateQueries(['users']) e a lista se atualiza sozinha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39852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39852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Optimistic update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39852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 interface reage antes da API responder (like, checkbox); se falhar, faz rollback e avisa o erro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Gráficos: SVG ou Canvas?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SVG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Cada barra e ponto é um nó no DOM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Nítido e fácil de animar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Pesa quando há muitos dados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Canvas / WebGL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Uma única tag &lt;canvas&gt;, desenhada via JavaScript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Aguenta milhões de pontos sem criar nós no HTML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Dashboards reais têm dados dinâmicos, tooltip e resize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ApexCharts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Pontos fortes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Visual bonito de fábrica (gradientes, tooltips)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react-apexcharts, configuração por props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Responsivo sem esforço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Quando usar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Painéis executivos de SaaS (MRR, churn, vendas)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Dados já agregados, até ~1.000 registros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Limite: baseado em SVG, perde fôlego com volume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Apache ECharts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Pontos fortes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Canvas, WebGL e SVG: 100 mil+ pontos a 60 FPS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DataZoom, brush e seleção para drill-down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Candlestick, mapas geoespaciais e heatmap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Custo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Curva de aprendizado maior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Objeto options extenso e imperativo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Compensa em monitoramento, cotações e logística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Qual escolher?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Volume de dados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Até 1.000 pontos: ApexCharts. De mil a centenas de milhares: ECharts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1836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1836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Estética pronta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11836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ApexCharts ganha com folga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093720"/>
            <a:ext cx="8229600" cy="8839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93720"/>
            <a:ext cx="2286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Análise avançada (zoom, mapa, heatmap)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093720"/>
            <a:ext cx="54864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ECharts é imbatível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TanStack Query busca ➔ função formata as séries ➔ gráfico renderiza.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 "Componente Deus"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O que mora num UserDashboard.tsx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Chamadas de Axios ou TanStack Query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Estado de modal, filtro e paginação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Validação e conversão de valores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300 linhas de JSX, Tailwind e ícones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O que isso custa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Quase impossível testar a regra sem montar a tela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Merge conflict toda vez que duas pessoas mexem nela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Ninguém sabe onde acaba a regra e começa o layout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MVVM adaptado ao React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21280" cy="3383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Model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5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Tipos, schemas Zod e serviços do Axios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Não conhece React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61360" y="1143000"/>
            <a:ext cx="2621280" cy="3383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424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ViewModel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44240" y="1691640"/>
            <a:ext cx="225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Custom hook (useUserManagementViewModel)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API, estado, validação e handlers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Zero JSX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65520" y="1143000"/>
            <a:ext cx="2621280" cy="3383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8400" y="123444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View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48400" y="1691640"/>
            <a:ext cx="225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Componente com Tailwind e shadcn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Só consome o que o hook expõe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Sem lógica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MVVM na prática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ViewModel (useDashboardViewModel.ts)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useQuery para buscar métricas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Estado do período (month, year)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useMutation para exportar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Retorna { metrics, isLoading, changePeriod, exportReport }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View (DashboardView.tsx)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const { metrics, isLoading, changePeriod } = useDashboardViewModel()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Renderiza Card, ECharts e botões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Zero lógica: só liga o onClick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Monorepo e a UI Library da empresa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Cenário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10 aplicações (banking, portal do parceiro, backoffice, checkout) e várias equipes ao mesmo tempo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27076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7076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Estrutura (Turborepo, pnpm, Nx)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27076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apps/ com portal-web, admin e checkout; packages/ com @empresa/ui, @empresa/tokens e @empresa/utils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398520"/>
            <a:ext cx="82296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398520"/>
            <a:ext cx="2286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Storybook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398520"/>
            <a:ext cx="5486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Catálogo onde design e dev validam variações antes de ir pra produção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Versionando a UI Library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Patch (1.0.1)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Correção de bug, sem mexer nas props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Minor (1.1.0)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874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Prop ou recurso novo, compatível com o anterior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Major (2.0.0)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606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Breaking change no contrato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Ferramentas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Changesets para changelog; registry privado (GitHub Packages, CodeArtifact, Nexus)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Como atualizar o botão sem quebrar 8 aplicações em produção?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Module Federation e micro-frontends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 dor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Build de 25 minutos; se a equipe de Perfil sobe um bug, o Checkout inteiro fica parado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8882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8882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Host (shell)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98882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Carrega cabeçalho, rodapé e cuida da autenticação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8346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Remotes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83464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Cada equipe publica sua parte, isolada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680460"/>
            <a:ext cx="8229600" cy="7543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6804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Em runtime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68046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 host baixa o JS do remote pela rede e integra as telas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Nem tudo são flores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Lei de Conway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143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Micro-frontend resolve problema de organização, não é requisito técnico inicial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CI/CD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874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Deploys independentes pedem uma esteira madura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Dependências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606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Host e remotes precisam compartilhar a mesma versão do React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Ambiente local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Rodar vários serviços e micro-frontends consome muita memória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Comece com um monólito, escale com monorepo e só use micro-frontends quando a coordenação entre equipes doer.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2026-10-16T03:26:23Z</dcterms:created>
  <dcterms:modified xsi:type="dcterms:W3CDTF">2026-10-16T03:26:23Z</dcterms:modified>
</cp:coreProperties>
</file>